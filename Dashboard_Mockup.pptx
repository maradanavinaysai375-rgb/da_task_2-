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Task 2 - Exploratory Data Analysis &amp; Business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MARADANA VINAY SAI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RAGHU ENGINEERING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Age Distribution</a:t>
            </a:r>
          </a:p>
        </p:txBody>
      </p:sp>
      <p:pic>
        <p:nvPicPr>
          <p:cNvPr id="3" name="Picture 2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72084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914400"/>
            <a:ext cx="4297680" cy="3474720"/>
          </a:xfrm>
          <a:prstGeom prst="roundRect">
            <a:avLst/>
          </a:prstGeom>
          <a:solidFill>
            <a:srgbClr val="FFF8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Key Insight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Most passengers were between 20 and 35 years old. Young adults formed the largest segment.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Survival Distribution</a:t>
            </a:r>
          </a:p>
        </p:txBody>
      </p:sp>
      <p:pic>
        <p:nvPicPr>
          <p:cNvPr id="3" name="Picture 2" descr="surviv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72084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914400"/>
            <a:ext cx="4297680" cy="3474720"/>
          </a:xfrm>
          <a:prstGeom prst="roundRect">
            <a:avLst/>
          </a:prstGeom>
          <a:solidFill>
            <a:srgbClr val="FFF8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Key Insight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240 survived and 478 did not survive. Survival rate ≈ 33.4%.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Gender Distribution</a:t>
            </a:r>
          </a:p>
        </p:txBody>
      </p:sp>
      <p:pic>
        <p:nvPicPr>
          <p:cNvPr id="3" name="Picture 2" descr="gende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72084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914400"/>
            <a:ext cx="4297680" cy="3474720"/>
          </a:xfrm>
          <a:prstGeom prst="roundRect">
            <a:avLst/>
          </a:prstGeom>
          <a:solidFill>
            <a:srgbClr val="FFF8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Key Insight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489 males and 229 females. Male passengers dominated the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Correlation Heatmap</a:t>
            </a:r>
          </a:p>
        </p:txBody>
      </p:sp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97408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914400"/>
            <a:ext cx="4297680" cy="3474720"/>
          </a:xfrm>
          <a:prstGeom prst="roundRect">
            <a:avLst/>
          </a:prstGeom>
          <a:solidFill>
            <a:srgbClr val="FFF8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Key Insight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Fare has a strong negative relationship with passenger class. Survival is influenced by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Age vs Fare Analysis</a:t>
            </a:r>
          </a:p>
        </p:txBody>
      </p:sp>
      <p:pic>
        <p:nvPicPr>
          <p:cNvPr id="3" name="Picture 2" descr="age_vs_f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720840" cy="44805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98079" y="914400"/>
            <a:ext cx="4297680" cy="3474720"/>
          </a:xfrm>
          <a:prstGeom prst="roundRect">
            <a:avLst/>
          </a:prstGeom>
          <a:solidFill>
            <a:srgbClr val="FFF8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Key Insight</a:t>
            </a:r>
          </a:p>
          <a:p>
            <a:pPr>
              <a:defRPr sz="16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No strong age-fare correlation. Higher fares are spread across multiple age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SQL Query Results</a:t>
            </a:r>
          </a:p>
        </p:txBody>
      </p:sp>
      <p:pic>
        <p:nvPicPr>
          <p:cNvPr id="3" name="Picture 2" descr="Screenshot 2026-06-07 103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777027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SQL Query Results (Continued)</a:t>
            </a:r>
          </a:p>
        </p:txBody>
      </p:sp>
      <p:pic>
        <p:nvPicPr>
          <p:cNvPr id="3" name="Picture 2" descr="Screenshot 2026-06-07 103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6076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Executive Dashboard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2286000" cy="1097280"/>
          </a:xfrm>
          <a:prstGeom prst="roundRect">
            <a:avLst/>
          </a:prstGeom>
          <a:solidFill>
            <a:srgbClr val="0F4C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Passengers</a:t>
            </a:r>
          </a:p>
          <a:p>
            <a:r>
              <a:t>718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097280"/>
            <a:ext cx="2286000" cy="1097280"/>
          </a:xfrm>
          <a:prstGeom prst="roundRect">
            <a:avLst/>
          </a:prstGeom>
          <a:solidFill>
            <a:srgbClr val="0F4C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Survivors</a:t>
            </a:r>
          </a:p>
          <a:p>
            <a:r>
              <a:t>240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286000" cy="1097280"/>
          </a:xfrm>
          <a:prstGeom prst="roundRect">
            <a:avLst/>
          </a:prstGeom>
          <a:solidFill>
            <a:srgbClr val="0F4C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Avg Age</a:t>
            </a:r>
          </a:p>
          <a:p>
            <a:r>
              <a:t>28.08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097280"/>
            <a:ext cx="2286000" cy="1097280"/>
          </a:xfrm>
          <a:prstGeom prst="roundRect">
            <a:avLst/>
          </a:prstGeom>
          <a:solidFill>
            <a:srgbClr val="0F4C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Avg Fare</a:t>
            </a:r>
          </a:p>
          <a:p>
            <a:r>
              <a:t>17.19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analysis transformed raw Titanic passenger data into meaningful business insights. EDA revealed that passenger class, fare, and gender significantly influenced survival outcomes. The combination of Python visualizations, SQL-based business queries, and dashboard reporting provided a clear understanding of passenger demographics and survival patterns. This project demonstrates practical skills in Data Cleaning, Exploratory Data Analysis, SQL, Data Visualization, and Business Intelligence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